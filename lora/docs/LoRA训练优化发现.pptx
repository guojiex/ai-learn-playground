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LoRA 微调优化实录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2E3FC"/>
                </a:solidFill>
                <a:latin typeface="Microsoft YaHei"/>
              </a:defRPr>
            </a:pPr>
            <a:r>
              <a:t>从诊断到改进 — Small vs Large LoRA 效果差距分析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C7FA"/>
                </a:solidFill>
                <a:latin typeface="Microsoft YaHei"/>
              </a:defRPr>
            </a:pPr>
            <a:r>
              <a:t>基座模型: Qwen1.5-1.8B-Chat  |  微调方法: LoRA / PEFT  |  场景: 台灣電商網紅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问题发现：Large 为什么没有比 Small 强很多？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初始对比结果（优化前）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280160"/>
                <a:gridCol w="11887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PPL ↓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黑话命中率 ↑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训练数据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No LoRA (基座)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716.60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~8%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Small LoRA (30条)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1.078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30 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Large LoRA (200条)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1.065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200 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0" y="1371600"/>
            <a:ext cx="2926080" cy="1280160"/>
          </a:xfrm>
          <a:prstGeom prst="round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3025"/>
                </a:solidFill>
                <a:latin typeface="Microsoft YaHei"/>
              </a:defRPr>
            </a:pPr>
            <a:r>
              <a:t>⚠️ 关键疑问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93025"/>
                </a:solidFill>
                <a:latin typeface="Microsoft YaHei"/>
              </a:defRPr>
            </a:pPr>
            <a:r>
              <a:t>PPL 仅降 1.2%，几乎无差别</a:t>
            </a:r>
          </a:p>
          <a:p>
            <a:pPr>
              <a:spcAft>
                <a:spcPts val="600"/>
              </a:spcAft>
              <a:defRPr sz="1100">
                <a:solidFill>
                  <a:srgbClr val="D93025"/>
                </a:solidFill>
                <a:latin typeface="Microsoft YaHei"/>
              </a:defRPr>
            </a:pPr>
            <a:r>
              <a:t>黑话命中率只提升 8 个百分点</a:t>
            </a:r>
          </a:p>
          <a:p>
            <a:pPr>
              <a:spcAft>
                <a:spcPts val="600"/>
              </a:spcAft>
              <a:defRPr sz="1100">
                <a:solidFill>
                  <a:srgbClr val="D93025"/>
                </a:solidFill>
                <a:latin typeface="Microsoft YaHei"/>
              </a:defRPr>
            </a:pPr>
            <a:r>
              <a:t>6.7x 的数据量 → 微弱提升？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37400"/>
                </a:solidFill>
                <a:latin typeface="Microsoft YaHei"/>
              </a:defRPr>
            </a:pPr>
            <a:r>
              <a:t>🔍 直觉判断：PPL ≈ 1.0 意味着严重过拟合 — 模型在「背答案」而非学风格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02020"/>
                </a:solidFill>
                <a:latin typeface="Microsoft YaHei"/>
              </a:defRPr>
            </a:pPr>
            <a:r>
              <a:t>PPL → 1.0: 模型对训练集的每个 token 几乎 100% 确定，这不是「理解」，是「记忆」</a:t>
            </a:r>
          </a:p>
          <a:p>
            <a:pPr>
              <a:spcAft>
                <a:spcPts val="800"/>
              </a:spcAft>
              <a:defRPr sz="1200">
                <a:solidFill>
                  <a:srgbClr val="202020"/>
                </a:solidFill>
                <a:latin typeface="Microsoft YaHei"/>
              </a:defRPr>
            </a:pPr>
            <a:r>
              <a:t>30 条就能背下来 → 200 条也只是多背了一些 → 泛化能力没有实质提升</a:t>
            </a:r>
          </a:p>
          <a:p>
            <a:pPr>
              <a:spcAft>
                <a:spcPts val="800"/>
              </a:spcAft>
              <a:defRPr sz="1200">
                <a:solidFill>
                  <a:srgbClr val="202020"/>
                </a:solidFill>
                <a:latin typeface="Microsoft YaHei"/>
              </a:defRPr>
            </a:pPr>
            <a:r>
              <a:t>过于激进的学习率 (3e-4) + 宽松的 early stopping (MIN_DELTA=0.01) 导致几个 epoch 就收敛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根因分析：四个维度的深度诊断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1031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📊 训练数据覆盖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Small(30) &amp; Large(200):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  22/22 黑话词全覆盖 ✅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数据质量不是瓶颈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Large 频率更高: 手刀 91次 vs 10次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051560"/>
            <a:ext cx="21031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097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📈 训练曲线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6304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旧配置: 几个 epoch → loss≈1.06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  暴跌式收敛 = 死记硬背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新配置: 29 epochs → loss=0.065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  渐进式下降 = 充分学习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051560"/>
            <a:ext cx="21031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97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🎯 Eval 命中细节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4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Large 某些 prompt 强于 Small: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  P1: 6/10 vs 3/10, P9: 4/8 vs 2/8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但生成有随机性 (temp=0.7)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  3-5% 差距在噪声范围内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051560"/>
            <a:ext cx="2103120" cy="2743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097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🧠 模型容量天花板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46304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1.8B 参数 + r=16 LoRA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  仅训练 0.34% 参数 (6.3M)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30条已接近容量上限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  <a:latin typeface="Microsoft YaHei"/>
              </a:defRPr>
            </a:pPr>
            <a:r>
              <a:t>200条无法带来更多增量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结论: 根本瓶颈不在数据量，而在小模型的容量上限和训练策略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优化方案：三个维度的训练策略调整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731520"/>
                <a:gridCol w="265176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旧值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新值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调整理由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学习率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减慢学习速度，避免暴跌式记忆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Dropout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200条数据下适当降低正则化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MIN_DELTA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更严格的 early stopping 阈值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0" y="1097280"/>
            <a:ext cx="292608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💡 设计思路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63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更低的 lr → 渐进式学习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更低的 dropout → 让 200 条</a:t>
            </a:r>
            <a:br/>
            <a:r>
              <a:t>  数据被更充分利用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更严格的 delta → 训练更多</a:t>
            </a:r>
            <a:br/>
            <a:r>
              <a:t>  epoch，风格内化更深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代码层面改动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step2_lora_inject.py — 新增 LORA_PROFILES 字典，根据 LORA_EXPERIMENT 自动选择配置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step3_train.py — learning_rate 根据 EXPERIMENT_LABEL 自动切换；MIN_DELTA 从 0.01→0.005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step6_compare.py — 新增 build_overview() 生成结构化对比结论 + 计时信息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step3_train.py — 移除 tokenizer.save_pretrained()，每个 adapter 目录节省 11MB（总计 -33MB）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训练过程对比：旧策略 vs 新策略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旧 Large — 训练轮次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93025"/>
                </a:solidFill>
                <a:latin typeface="Microsoft YaHei"/>
              </a:defRPr>
            </a:pPr>
            <a:r>
              <a:t>~5 epochs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  <a:latin typeface="Microsoft YaHei"/>
              </a:defRPr>
            </a:pPr>
            <a:r>
              <a:t>快速 early stop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09728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旧 Large — Best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93025"/>
                </a:solidFill>
                <a:latin typeface="Microsoft YaHei"/>
              </a:defRPr>
            </a:pPr>
            <a:r>
              <a:t>1.065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  <a:latin typeface="Microsoft YaHei"/>
              </a:defRPr>
            </a:pPr>
            <a:r>
              <a:t>PPL ≈ 1.0 = 过拟合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9728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新 Large — 训练轮次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904F"/>
                </a:solidFill>
                <a:latin typeface="Microsoft YaHei"/>
              </a:defRPr>
            </a:pPr>
            <a:r>
              <a:t>29 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  <a:latin typeface="Microsoft YaHei"/>
              </a:defRPr>
            </a:pPr>
            <a:r>
              <a:t>充分学习后收敛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09728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新 Large — Best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904F"/>
                </a:solidFill>
                <a:latin typeface="Microsoft YaHei"/>
              </a:defRPr>
            </a:pPr>
            <a:r>
              <a:t>0.065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  <a:latin typeface="Microsoft YaHei"/>
              </a:defRPr>
            </a:pPr>
            <a:r>
              <a:t>训练 loss 降 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Loss 下降轨迹 (新 Large, 29 epochs)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2697480"/>
          <a:ext cx="823873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33271"/>
                <a:gridCol w="1033271"/>
                <a:gridCol w="1033271"/>
                <a:gridCol w="1033271"/>
                <a:gridCol w="1033271"/>
                <a:gridCol w="1033271"/>
                <a:gridCol w="1033271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Avg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0.063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📊 解读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  <a:latin typeface="Microsoft YaHei"/>
              </a:defRPr>
            </a:pPr>
            <a:r>
              <a:t>新策略: 4.35 → 1.88 → 0.99 → 0.29 → 0.10 → 0.065，平滑渐进式下降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  <a:latin typeface="Microsoft YaHei"/>
              </a:defRPr>
            </a:pPr>
            <a:r>
              <a:t>旧策略: 几步就跌到 ≈1.06，然后 early stop — 模型只学了表面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  <a:latin typeface="Microsoft YaHei"/>
              </a:defRPr>
            </a:pPr>
            <a:r>
              <a:t>训练时间: 旧版 ~5min，新版 ~75min — 用时间换质量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最终对比结果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1097280"/>
                <a:gridCol w="1005840"/>
                <a:gridCol w="100584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PPL ↓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黑话命中率 ↑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 Epochs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Best Loss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No LoRA (基座)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716.60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Small LoRA (30条)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~8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~1.08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Large LoRA (200条)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0.065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Eval Prompt 逐条对比 (hits / expected)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017520"/>
          <a:ext cx="4389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Small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P1: 无线吸尘器推广文案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6/10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P2: 快递没到回覆客人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2/9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P3: 双12推广文案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5/10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2/10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P4: 防晒乳推荐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5/9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3/9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P5: 蝦皮店铺评分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P6: 蓝牙耳机TikTok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P7: 母亲节推广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P8: 直播带货开场白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P9: 手机支架安利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0/8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4/8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P10: 联盟行销教学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1/8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097280"/>
            <a:ext cx="2651760" cy="21945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✅ 关键发现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PPL: Large 1.06 vs</a:t>
            </a:r>
            <a:br/>
            <a:r>
              <a:t>  Small 1.08 (差距小)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黑话命中率: 27.6% vs</a:t>
            </a:r>
            <a:br/>
            <a:r>
              <a:t>  24.1% (+3.5%)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P1 吸尘器 Large 6/10</a:t>
            </a:r>
            <a:br/>
            <a:r>
              <a:t>  vs Small 3/10 亮点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P9 手机架 Large 4/8</a:t>
            </a:r>
            <a:br/>
            <a:r>
              <a:t>  vs Small 2/8 亮点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关键洞察与工程建议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🧠 小模型的容量天花板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  <a:latin typeface="Microsoft YaHei"/>
              </a:defRPr>
            </a:pPr>
            <a:r>
              <a:t>1.8B + LoRA r=16 仅 6.3M 可训参数</a:t>
            </a:r>
            <a:br/>
            <a:r>
              <a:t>30条数据已接近上限，200条增量有限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📊 PPL 不是万能指标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5544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  <a:latin typeface="Microsoft YaHei"/>
              </a:defRPr>
            </a:pPr>
            <a:r>
              <a:t>PPL≈1.0 是过拟合信号而非好结果</a:t>
            </a:r>
            <a:br/>
            <a:r>
              <a:t>应结合生成质量（LLM-as-Judge）评估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40233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🎲 生成随机性的影响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  <a:latin typeface="Microsoft YaHei"/>
              </a:defRPr>
            </a:pPr>
            <a:r>
              <a:t>temperature=0.7 + sampling 导致</a:t>
            </a:r>
            <a:br/>
            <a:r>
              <a:t>每次结果波动，3-5%差距在噪声内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743200"/>
            <a:ext cx="4023360" cy="13716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834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💡 数据收益对数递减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004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  <a:latin typeface="Microsoft YaHei"/>
              </a:defRPr>
            </a:pPr>
            <a:r>
              <a:t>30→200: 6.7x数据量 → 仅+3.5%命中率</a:t>
            </a:r>
            <a:br/>
            <a:r>
              <a:t>工业界常见，需更大模型才能突破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82296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531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核心结论: 数据量 ≠ 效果线性提升。要突破天花板 → 换更大模型 / 更优质数据 / 更强评测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附录：工程优化 — 存储 &amp; 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存储优化: output 文件夹瘦身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3840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优化项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节省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output/ 总大小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105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72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33 MB (31%)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每个 adapter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35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24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11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删除冗余文件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tokenizer.json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t>×3 份 = 33MB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346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推理时 tokenizer 从基座模型加载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adapter 目录只需保留 adapter_model.safetensors + adapter_config.json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step4/step5/step6 完全不受影响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报告优化: compare_report.json 新增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新增 overview 顶层字段: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  • model: 基座模型名称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  • takeaways: 自动生成的对比结论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  • best_ppl / best_slang_hit: 最佳指标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  • timings: 每个配置的评测耗时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  • total_time: 总评测耗时</a:t>
            </a: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02020"/>
                </a:solidFill>
                <a:latin typeface="Microsoft YaHei"/>
              </a:defRPr>
            </a:pPr>
            <a:r>
              <a:t>终端输出也同步展示 overview 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291840"/>
            <a:ext cx="3840480" cy="10972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337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⏱️ 评测耗时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11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Microsoft YaHei"/>
              </a:defRPr>
            </a:pPr>
            <a:r>
              <a:t>  No LoRA (基座): 3m 4s</a:t>
            </a:r>
            <a:br/>
            <a:r>
              <a:t>  Small LoRA (30条): 1m 39s</a:t>
            </a:r>
            <a:br/>
            <a:r>
              <a:t>  Large LoRA (200条): 1m 25s</a:t>
            </a:r>
            <a:br/>
            <a:r>
              <a:t>  总计: 6m 8s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